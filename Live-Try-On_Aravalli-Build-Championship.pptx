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0262e01b-d29a-12da-a974-d8ca4646d4c6}">
          <p14:sldIdLst>
            <p14:sldId id="256"/>
          </p14:sldIdLst>
        </p14:section>
        <p14:section name="Problem" id="{7c506e4f-a248-c91f-9f68-1b591a22d5ab}">
          <p14:sldIdLst>
            <p14:sldId id="257"/>
          </p14:sldIdLst>
        </p14:section>
        <p14:section name="Solution" id="{a6f42a20-85e4-2f87-a528-6d898c4d9712}">
          <p14:sldIdLst>
            <p14:sldId id="258"/>
          </p14:sldIdLst>
        </p14:section>
        <p14:section name="Technical approach" id="{13cdce82-5226-22cb-7f93-1cda79ef83e1}">
          <p14:sldIdLst>
            <p14:sldId id="259"/>
          </p14:sldIdLst>
        </p14:section>
        <p14:section name="Tech stack" id="{d605ce81-1a0d-9647-c100-9354e570439c}">
          <p14:sldIdLst>
            <p14:sldId id="260"/>
          </p14:sldIdLst>
        </p14:section>
        <p14:section name="Prototype and plan" id="{68505613-9769-99fb-258f-0fae87347964}">
          <p14:sldIdLst>
            <p14:sldId id="261"/>
          </p14:sldIdLst>
        </p14:section>
        <p14:section name="Business model" id="{c9f15d73-6386-e650-5967-7b6e244344ba}">
          <p14:sldIdLst>
            <p14:sldId id="262"/>
          </p14:sldIdLst>
        </p14:section>
        <p14:section name="Impact and scalability" id="{8b88a169-2ccf-7fec-d2f3-d726c79a220f}">
          <p14:sldIdLst>
            <p14:sldId id="263"/>
          </p14:sldIdLst>
        </p14:section>
        <p14:section name="Thank you" id="{375c78ba-955c-ee4b-555a-ee3bcea370b2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Try-On: a live virtual trial room for online clothes shopping. Track: Open Innovation (AI).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Fit and size is the top reason for clothing returns in India. Reported return rates for online apparel range from about 15% to 40% depending on the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steps for the shopper. Google technologies are used for the server, garment understanding, login and the future in-house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The browser asks our Cloud Run server for a short pass. 2. The server gets a 5-minute pass from Decart. 3-4. The browser streams camera + garment photo directly to Decart and receives the redrawn video. Gemini classifies the garment; Firebase stores logins and usage.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 technologies are highlighted in blue.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not starting from zero: the core try-on already works. The hackathon days go into Google Cloud integration, Gemini, Firebase and a Shopify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Plans are priced at about double our AI cost. Profit grows further with Decart bulk pricing and when we move to our own model in Phase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local in Udaipur with boutiques and artisans, grow across Rajasthan's craft clusters, then any clothing brand in India.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ABC — Aravalli Build Championship   |   by GDG Udaipur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118872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avalli hil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7181" y="0"/>
            <a:ext cx="5944514" cy="6858000"/>
          </a:xfrm>
          <a:prstGeom prst="rect">
            <a:avLst/>
          </a:prstGeom>
        </p:spPr>
      </p:pic>
      <p:pic>
        <p:nvPicPr>
          <p:cNvPr id="3" name="Image 1" descr="Google colou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098" y="0"/>
            <a:ext cx="2326234" cy="6858000"/>
          </a:xfrm>
          <a:prstGeom prst="rect">
            <a:avLst/>
          </a:prstGeom>
        </p:spPr>
      </p:pic>
      <p:pic>
        <p:nvPicPr>
          <p:cNvPr id="4" name="Image 2" descr="GDG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0611" y="1955902"/>
            <a:ext cx="3216859" cy="1570939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7406640" y="37490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Aravalli Build Championship</a:t>
            </a:r>
            <a:endParaRPr lang="en-US" sz="3000" dirty="0"/>
          </a:p>
        </p:txBody>
      </p:sp>
      <p:sp>
        <p:nvSpPr>
          <p:cNvPr id="6" name="Shape 1"/>
          <p:cNvSpPr/>
          <p:nvPr/>
        </p:nvSpPr>
        <p:spPr>
          <a:xfrm>
            <a:off x="594360" y="91440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Shape 2"/>
          <p:cNvSpPr/>
          <p:nvPr/>
        </p:nvSpPr>
        <p:spPr>
          <a:xfrm>
            <a:off x="777240" y="91440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3"/>
          <p:cNvSpPr/>
          <p:nvPr/>
        </p:nvSpPr>
        <p:spPr>
          <a:xfrm>
            <a:off x="960120" y="91440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Shape 4"/>
          <p:cNvSpPr/>
          <p:nvPr/>
        </p:nvSpPr>
        <p:spPr>
          <a:xfrm>
            <a:off x="1143000" y="914400"/>
            <a:ext cx="118872" cy="11887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548640" y="12344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Try-On</a:t>
            </a:r>
            <a:endParaRPr lang="en-US" sz="6000" dirty="0"/>
          </a:p>
        </p:txBody>
      </p:sp>
      <p:sp>
        <p:nvSpPr>
          <p:cNvPr id="11" name="Text 6"/>
          <p:cNvSpPr txBox="1"/>
          <p:nvPr/>
        </p:nvSpPr>
        <p:spPr>
          <a:xfrm>
            <a:off x="548640" y="246888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chemeClr val="tx2"/>
                </a:solidFill>
              </a:rPr>
              <a:t>Shoppers can't try clothes online, so they guess wrong and send them back. We let them see themselves wearing it — live — before they buy.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4206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TEAM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1828800" y="4206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Prompt Pirates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4663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TRACK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828800" y="4663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Open Innovation · AI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5120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MEMBERS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1828800" y="5120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Yashraj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486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828800" y="5486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Ravindra Sirvi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5852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828800" y="5852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Naman Maheshwari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" y="603504"/>
            <a:ext cx="91440" cy="91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" y="603504"/>
            <a:ext cx="91440" cy="914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Shape 3"/>
          <p:cNvSpPr/>
          <p:nvPr/>
        </p:nvSpPr>
        <p:spPr>
          <a:xfrm>
            <a:off x="987552" y="603504"/>
            <a:ext cx="91440" cy="914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Text 1"/>
          <p:cNvSpPr/>
          <p:nvPr>
            <p:ph idx="101" type="body" hasCustomPrompt="1"/>
          </p:nvPr>
        </p:nvSpPr>
        <p:spPr>
          <a:xfrm>
            <a:off x="118872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01   PROBLEM STATEMENT</a:t>
            </a:r>
            <a:endParaRPr lang="en-US" sz="1200" dirty="0"/>
          </a:p>
        </p:txBody>
      </p:sp>
      <p:sp>
        <p:nvSpPr>
          <p:cNvPr id="7" name="Text 1"/>
          <p:cNvSpPr/>
          <p:nvPr>
            <p:ph idx="102" type="title" hasCustomPrompt="1"/>
          </p:nvPr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Shoppers can't try clothes online, so they send them back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2073859"/>
            <a:ext cx="332842" cy="33284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17320" y="190195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 way to try before buying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26771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Size charts differ from brand to brand, so shoppers have to guess.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2907792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" y="3061411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417320" y="288950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Buy two, return one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1417320" y="325526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Many order two sizes or colours and send one back.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3895344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4048963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17320" y="387705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Shops lose sales and money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1417320" y="424281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Unsure shoppers leave the cart. Every return costs shipping and repacking.</a:t>
            </a:r>
            <a:endParaRPr lang="en-US" sz="1400" dirty="0"/>
          </a:p>
        </p:txBody>
      </p:sp>
      <p:sp>
        <p:nvSpPr>
          <p:cNvPr id="20" name="Stat card"/>
          <p:cNvSpPr/>
          <p:nvPr/>
        </p:nvSpPr>
        <p:spPr>
          <a:xfrm>
            <a:off x="7040880" y="1874520"/>
            <a:ext cx="4599432" cy="2971800"/>
          </a:xfrm>
          <a:prstGeom prst="roundRect">
            <a:avLst>
              <a:gd name="adj" fmla="val 3692"/>
            </a:avLst>
          </a:prstGeom>
          <a:solidFill>
            <a:schemeClr val="bg2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06640" y="21488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chemeClr val="accent1"/>
                </a:solidFill>
              </a:rPr>
              <a:t>Up to 40%</a:t>
            </a:r>
            <a:endParaRPr lang="en-US" sz="5600" dirty="0"/>
          </a:p>
        </p:txBody>
      </p:sp>
      <p:sp>
        <p:nvSpPr>
          <p:cNvPr id="22" name="Text 17"/>
          <p:cNvSpPr txBox="1"/>
          <p:nvPr/>
        </p:nvSpPr>
        <p:spPr>
          <a:xfrm>
            <a:off x="7406640" y="30632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of clothes bought online in India are sent back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7406640" y="3794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#1 reason: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wrong size or fit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406640" y="4389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Sources: NIFT (2025); Electronic Commerce Research (2020)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54864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TARGET USERS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548640" y="5440680"/>
            <a:ext cx="251460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548640" y="544068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Online clothes shoppers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3246120" y="5440680"/>
            <a:ext cx="315468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3246120" y="5440680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Clothing brands &amp; Shopify shops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6583680" y="5440680"/>
            <a:ext cx="274320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6583680" y="544068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Local boutiques &amp; artisans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" y="603504"/>
            <a:ext cx="91440" cy="91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" y="603504"/>
            <a:ext cx="91440" cy="914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Shape 3"/>
          <p:cNvSpPr/>
          <p:nvPr/>
        </p:nvSpPr>
        <p:spPr>
          <a:xfrm>
            <a:off x="987552" y="603504"/>
            <a:ext cx="91440" cy="914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Text 1"/>
          <p:cNvSpPr/>
          <p:nvPr>
            <p:ph idx="101" type="body" hasCustomPrompt="1"/>
          </p:nvPr>
        </p:nvSpPr>
        <p:spPr>
          <a:xfrm>
            <a:off x="118872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02   SOLUTION</a:t>
            </a:r>
            <a:endParaRPr lang="en-US" sz="1200" dirty="0"/>
          </a:p>
        </p:txBody>
      </p:sp>
      <p:sp>
        <p:nvSpPr>
          <p:cNvPr id="7" name="Text 1"/>
          <p:cNvSpPr/>
          <p:nvPr>
            <p:ph idx="102" type="title" hasCustomPrompt="1"/>
          </p:nvPr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live trial room that works inside any clothing shop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45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Hover a product photo, click Try On, and see yourself wearing it on your webcam — live, in a few seconds.</a:t>
            </a:r>
            <a:endParaRPr lang="en-US" sz="1600" dirty="0"/>
          </a:p>
        </p:txBody>
      </p:sp>
      <p:sp>
        <p:nvSpPr>
          <p:cNvPr id="9" name="Step 1"/>
          <p:cNvSpPr/>
          <p:nvPr/>
        </p:nvSpPr>
        <p:spPr>
          <a:xfrm>
            <a:off x="548640" y="2286000"/>
            <a:ext cx="35204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2542032"/>
            <a:ext cx="566928" cy="566928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678095"/>
            <a:ext cx="294803" cy="294803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3291840" y="248716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1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2186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Click Try On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35478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Try On button appears on clothing photos in the shop.</a:t>
            </a:r>
            <a:endParaRPr lang="en-US" sz="1400" dirty="0"/>
          </a:p>
        </p:txBody>
      </p:sp>
      <p:sp>
        <p:nvSpPr>
          <p:cNvPr id="15" name="Step 2"/>
          <p:cNvSpPr/>
          <p:nvPr/>
        </p:nvSpPr>
        <p:spPr>
          <a:xfrm>
            <a:off x="4320540" y="2286000"/>
            <a:ext cx="35204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6" name="Shape 13"/>
          <p:cNvSpPr/>
          <p:nvPr/>
        </p:nvSpPr>
        <p:spPr>
          <a:xfrm>
            <a:off x="4594860" y="2542032"/>
            <a:ext cx="566928" cy="566928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923" y="2678095"/>
            <a:ext cx="294803" cy="294803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063740" y="248716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2</a:t>
            </a:r>
            <a:endParaRPr lang="en-US" sz="3000" dirty="0"/>
          </a:p>
        </p:txBody>
      </p:sp>
      <p:sp>
        <p:nvSpPr>
          <p:cNvPr id="19" name="Text 15"/>
          <p:cNvSpPr txBox="1"/>
          <p:nvPr/>
        </p:nvSpPr>
        <p:spPr>
          <a:xfrm>
            <a:off x="4594860" y="32186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Allow the camera</a:t>
            </a:r>
            <a:endParaRPr lang="en-US" sz="1700" dirty="0"/>
          </a:p>
        </p:txBody>
      </p:sp>
      <p:sp>
        <p:nvSpPr>
          <p:cNvPr id="20" name="Text 16"/>
          <p:cNvSpPr txBox="1"/>
          <p:nvPr/>
        </p:nvSpPr>
        <p:spPr>
          <a:xfrm>
            <a:off x="4594860" y="35478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Video is never saved. It stays private.</a:t>
            </a:r>
            <a:endParaRPr lang="en-US" sz="1400" dirty="0"/>
          </a:p>
        </p:txBody>
      </p:sp>
      <p:sp>
        <p:nvSpPr>
          <p:cNvPr id="21" name="Step 3"/>
          <p:cNvSpPr/>
          <p:nvPr/>
        </p:nvSpPr>
        <p:spPr>
          <a:xfrm>
            <a:off x="8092440" y="2286000"/>
            <a:ext cx="35204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22" name="Shape 18"/>
          <p:cNvSpPr/>
          <p:nvPr/>
        </p:nvSpPr>
        <p:spPr>
          <a:xfrm>
            <a:off x="8366760" y="2542032"/>
            <a:ext cx="566928" cy="566928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823" y="2678095"/>
            <a:ext cx="294803" cy="294803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0835640" y="248716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3</a:t>
            </a:r>
            <a:endParaRPr lang="en-US" sz="3000" dirty="0"/>
          </a:p>
        </p:txBody>
      </p:sp>
      <p:sp>
        <p:nvSpPr>
          <p:cNvPr id="25" name="Text 20"/>
          <p:cNvSpPr txBox="1"/>
          <p:nvPr/>
        </p:nvSpPr>
        <p:spPr>
          <a:xfrm>
            <a:off x="8366760" y="32186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See it on you, live</a:t>
            </a:r>
            <a:endParaRPr lang="en-US" sz="1700" dirty="0"/>
          </a:p>
        </p:txBody>
      </p:sp>
      <p:sp>
        <p:nvSpPr>
          <p:cNvPr id="26" name="Text 21"/>
          <p:cNvSpPr txBox="1"/>
          <p:nvPr/>
        </p:nvSpPr>
        <p:spPr>
          <a:xfrm>
            <a:off x="8366760" y="35478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Move, turn, and switch to another item in one click.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54864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FEATURES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548640" y="470916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Works as a Chrome extension and a Shopify app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Finds the right product photo by itself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Stops when idle, so AI cost stays low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Add to cart straight from the try-on window</a:t>
            </a:r>
            <a:endParaRPr lang="en-US" sz="1400" dirty="0"/>
          </a:p>
        </p:txBody>
      </p:sp>
      <p:sp>
        <p:nvSpPr>
          <p:cNvPr id="29" name="Google box"/>
          <p:cNvSpPr/>
          <p:nvPr/>
        </p:nvSpPr>
        <p:spPr>
          <a:xfrm>
            <a:off x="6492240" y="4389120"/>
            <a:ext cx="5148072" cy="1691640"/>
          </a:xfrm>
          <a:prstGeom prst="roundRect">
            <a:avLst>
              <a:gd name="adj" fmla="val 6486"/>
            </a:avLst>
          </a:prstGeom>
          <a:solidFill>
            <a:schemeClr val="accent6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6766560" y="45537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Built with Google</a:t>
            </a:r>
            <a:endParaRPr lang="en-US" sz="1500" dirty="0"/>
          </a:p>
        </p:txBody>
      </p:sp>
      <p:sp>
        <p:nvSpPr>
          <p:cNvPr id="31" name="Text 26"/>
          <p:cNvSpPr txBox="1"/>
          <p:nvPr/>
        </p:nvSpPr>
        <p:spPr>
          <a:xfrm>
            <a:off x="6766560" y="489204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Gemini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reads the clothing photo (top, pants, dress)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Cloud Run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hosts our secure server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Firebase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handles login and usage limits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Vertex AI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trains our own model (Phase 2)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" y="603504"/>
            <a:ext cx="91440" cy="91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" y="603504"/>
            <a:ext cx="91440" cy="914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Shape 3"/>
          <p:cNvSpPr/>
          <p:nvPr/>
        </p:nvSpPr>
        <p:spPr>
          <a:xfrm>
            <a:off x="987552" y="603504"/>
            <a:ext cx="91440" cy="914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Text 1"/>
          <p:cNvSpPr/>
          <p:nvPr>
            <p:ph idx="101" type="body" hasCustomPrompt="1"/>
          </p:nvPr>
        </p:nvSpPr>
        <p:spPr>
          <a:xfrm>
            <a:off x="118872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03   TECHNICAL APPROACH</a:t>
            </a:r>
            <a:endParaRPr lang="en-US" sz="1200" dirty="0"/>
          </a:p>
        </p:txBody>
      </p:sp>
      <p:sp>
        <p:nvSpPr>
          <p:cNvPr id="7" name="Text 1"/>
          <p:cNvSpPr/>
          <p:nvPr>
            <p:ph idx="102" type="title" hasCustomPrompt="1"/>
          </p:nvPr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it works behind the scenes</a:t>
            </a:r>
            <a:endParaRPr lang="en-US" sz="3000" dirty="0"/>
          </a:p>
        </p:txBody>
      </p:sp>
      <p:sp>
        <p:nvSpPr>
          <p:cNvPr id="8" name="Shopper's browser"/>
          <p:cNvSpPr/>
          <p:nvPr/>
        </p:nvSpPr>
        <p:spPr>
          <a:xfrm>
            <a:off x="548640" y="1783080"/>
            <a:ext cx="338328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9476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Shopper's browser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2860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Chrome extension / Shopify app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Shows Try On, opens camera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Plays the live result</a:t>
            </a:r>
            <a:endParaRPr lang="en-US" sz="1200" dirty="0"/>
          </a:p>
        </p:txBody>
      </p:sp>
      <p:sp>
        <p:nvSpPr>
          <p:cNvPr id="11" name="Decart Lucy AI"/>
          <p:cNvSpPr/>
          <p:nvPr/>
        </p:nvSpPr>
        <p:spPr>
          <a:xfrm>
            <a:off x="8257032" y="1783080"/>
            <a:ext cx="338328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85632" y="19476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Decart Lucy AI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485632" y="22860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Live try-on model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Draws the clothes on the shopper,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frame by frame</a:t>
            </a:r>
            <a:endParaRPr lang="en-US" sz="1200" dirty="0"/>
          </a:p>
        </p:txBody>
      </p:sp>
      <p:sp>
        <p:nvSpPr>
          <p:cNvPr id="14" name="Firebase"/>
          <p:cNvSpPr/>
          <p:nvPr/>
        </p:nvSpPr>
        <p:spPr>
          <a:xfrm>
            <a:off x="548640" y="4251960"/>
            <a:ext cx="3383280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4165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Firebase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7548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Login (Firebase Auth)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Usage limits &amp; shop reports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(Cloud Firestore)</a:t>
            </a:r>
            <a:endParaRPr lang="en-US" sz="1200" dirty="0"/>
          </a:p>
        </p:txBody>
      </p:sp>
      <p:sp>
        <p:nvSpPr>
          <p:cNvPr id="17" name="Our server · Cloud Run"/>
          <p:cNvSpPr/>
          <p:nvPr/>
        </p:nvSpPr>
        <p:spPr>
          <a:xfrm>
            <a:off x="4402836" y="4251960"/>
            <a:ext cx="3383280" cy="1325880"/>
          </a:xfrm>
          <a:prstGeom prst="roundRect">
            <a:avLst>
              <a:gd name="adj" fmla="val 689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31436" y="44165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Our server · Cloud Run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631436" y="47548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Keeps the AI key secret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Gives 5-minute passes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Caps try-ons per shopper</a:t>
            </a:r>
            <a:endParaRPr lang="en-US" sz="1200" dirty="0"/>
          </a:p>
        </p:txBody>
      </p:sp>
      <p:sp>
        <p:nvSpPr>
          <p:cNvPr id="20" name="Gemini API"/>
          <p:cNvSpPr/>
          <p:nvPr/>
        </p:nvSpPr>
        <p:spPr>
          <a:xfrm>
            <a:off x="8257032" y="4251960"/>
            <a:ext cx="3383280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85632" y="44165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Gemini API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485632" y="47548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Reads the clothing photo: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top, pants or dress?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Gives fit &amp; style tips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931920" y="2286000"/>
            <a:ext cx="4325112" cy="0"/>
          </a:xfrm>
          <a:prstGeom prst="line">
            <a:avLst/>
          </a:prstGeom>
          <a:noFill/>
          <a:ln w="15875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931920" y="2743200"/>
            <a:ext cx="4325112" cy="0"/>
          </a:xfrm>
          <a:prstGeom prst="line">
            <a:avLst/>
          </a:prstGeom>
          <a:noFill/>
          <a:ln w="15875">
            <a:solidFill>
              <a:srgbClr val="5F6368"/>
            </a:solidFill>
            <a:prstDash val="solid"/>
            <a:headEnd type="triangle"/>
          </a:ln>
        </p:spPr>
      </p:sp>
      <p:sp>
        <p:nvSpPr>
          <p:cNvPr id="25" name="Text 23"/>
          <p:cNvSpPr txBox="1"/>
          <p:nvPr/>
        </p:nvSpPr>
        <p:spPr>
          <a:xfrm>
            <a:off x="3931920" y="1984248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3   live camera + clothing photo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2788920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4   video with the clothes 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017520" y="3200400"/>
            <a:ext cx="2194560" cy="1051560"/>
          </a:xfrm>
          <a:prstGeom prst="line">
            <a:avLst/>
          </a:prstGeom>
          <a:noFill/>
          <a:ln w="15875">
            <a:solidFill>
              <a:srgbClr val="5F6368"/>
            </a:solidFill>
            <a:prstDash val="solid"/>
            <a:headEnd type="triangle"/>
            <a:tailEnd type="triangle"/>
          </a:ln>
        </p:spPr>
      </p:sp>
      <p:sp>
        <p:nvSpPr>
          <p:cNvPr id="28" name="Shape 26"/>
          <p:cNvSpPr/>
          <p:nvPr/>
        </p:nvSpPr>
        <p:spPr>
          <a:xfrm flipH="1">
            <a:off x="6949440" y="3200400"/>
            <a:ext cx="2194560" cy="1051560"/>
          </a:xfrm>
          <a:prstGeom prst="line">
            <a:avLst/>
          </a:prstGeom>
          <a:noFill/>
          <a:ln w="15875">
            <a:solidFill>
              <a:srgbClr val="5F6368"/>
            </a:solidFill>
            <a:prstDash val="solid"/>
            <a:headEnd type="triangle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1280160" y="3611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   asks for a pass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41248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   pass from Decart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931920" y="4914900"/>
            <a:ext cx="470916" cy="0"/>
          </a:xfrm>
          <a:prstGeom prst="line">
            <a:avLst/>
          </a:prstGeom>
          <a:noFill/>
          <a:ln w="15875">
            <a:solidFill>
              <a:srgbClr val="5F6368"/>
            </a:solidFill>
            <a:prstDash val="solid"/>
            <a:headEnd type="triangl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786116" y="4914900"/>
            <a:ext cx="470916" cy="0"/>
          </a:xfrm>
          <a:prstGeom prst="line">
            <a:avLst/>
          </a:prstGeom>
          <a:noFill/>
          <a:ln w="15875">
            <a:solidFill>
              <a:srgbClr val="5F6368"/>
            </a:solidFill>
            <a:prstDash val="solid"/>
            <a:headEnd type="triangle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548640" y="5779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Our server never touches the video. It only hands out short passes — so the secret key stays safe and AI cost stays capped.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" y="603504"/>
            <a:ext cx="91440" cy="91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" y="603504"/>
            <a:ext cx="91440" cy="914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Shape 3"/>
          <p:cNvSpPr/>
          <p:nvPr/>
        </p:nvSpPr>
        <p:spPr>
          <a:xfrm>
            <a:off x="987552" y="603504"/>
            <a:ext cx="91440" cy="914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Text 1"/>
          <p:cNvSpPr/>
          <p:nvPr>
            <p:ph idx="101" type="body" hasCustomPrompt="1"/>
          </p:nvPr>
        </p:nvSpPr>
        <p:spPr>
          <a:xfrm>
            <a:off x="118872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04   TECH STACK</a:t>
            </a:r>
            <a:endParaRPr lang="en-US" sz="1200" dirty="0"/>
          </a:p>
        </p:txBody>
      </p:sp>
      <p:sp>
        <p:nvSpPr>
          <p:cNvPr id="7" name="Text 1"/>
          <p:cNvSpPr/>
          <p:nvPr>
            <p:ph idx="102" type="title" hasCustomPrompt="1"/>
          </p:nvPr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simple stack, built mostly on Google</a:t>
            </a:r>
            <a:endParaRPr lang="en-US" sz="3000" dirty="0"/>
          </a:p>
        </p:txBody>
      </p:sp>
      <p:sp>
        <p:nvSpPr>
          <p:cNvPr id="8" name="FRONTEND"/>
          <p:cNvSpPr/>
          <p:nvPr/>
        </p:nvSpPr>
        <p:spPr>
          <a:xfrm>
            <a:off x="548640" y="1828800"/>
            <a:ext cx="2103120" cy="310896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057400"/>
            <a:ext cx="566928" cy="566928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303" y="2193463"/>
            <a:ext cx="294803" cy="294803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77240" y="28072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FRONTEND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20040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Chrome Extension (MV3)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JavaScript + esbuild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Webcam via WebRTC</a:t>
            </a:r>
            <a:endParaRPr lang="en-US" sz="1400" dirty="0"/>
          </a:p>
        </p:txBody>
      </p:sp>
      <p:sp>
        <p:nvSpPr>
          <p:cNvPr id="13" name="BACKEND"/>
          <p:cNvSpPr/>
          <p:nvPr/>
        </p:nvSpPr>
        <p:spPr>
          <a:xfrm>
            <a:off x="2788920" y="1828800"/>
            <a:ext cx="2103120" cy="310896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4" name="Shape 11"/>
          <p:cNvSpPr/>
          <p:nvPr/>
        </p:nvSpPr>
        <p:spPr>
          <a:xfrm>
            <a:off x="3017520" y="2057400"/>
            <a:ext cx="566928" cy="566928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3583" y="2193463"/>
            <a:ext cx="294803" cy="294803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017520" y="28072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BACKEND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3017520" y="320040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Node.js + Express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Google Cloud Run</a:t>
            </a:r>
            <a:endParaRPr lang="en-US" sz="1400" dirty="0"/>
          </a:p>
        </p:txBody>
      </p:sp>
      <p:sp>
        <p:nvSpPr>
          <p:cNvPr id="18" name="AI"/>
          <p:cNvSpPr/>
          <p:nvPr/>
        </p:nvSpPr>
        <p:spPr>
          <a:xfrm>
            <a:off x="5029200" y="1828800"/>
            <a:ext cx="2103120" cy="310896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9" name="Shape 15"/>
          <p:cNvSpPr/>
          <p:nvPr/>
        </p:nvSpPr>
        <p:spPr>
          <a:xfrm>
            <a:off x="5257800" y="2057400"/>
            <a:ext cx="566928" cy="566928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3863" y="2193463"/>
            <a:ext cx="294803" cy="294803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257800" y="28072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AI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5257800" y="320040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Decart Lucy AI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Gemini API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Vertex AI (Phase 2)</a:t>
            </a:r>
            <a:endParaRPr lang="en-US" sz="1400" dirty="0"/>
          </a:p>
        </p:txBody>
      </p:sp>
      <p:sp>
        <p:nvSpPr>
          <p:cNvPr id="23" name="DATA &amp; AUTH"/>
          <p:cNvSpPr/>
          <p:nvPr/>
        </p:nvSpPr>
        <p:spPr>
          <a:xfrm>
            <a:off x="7269480" y="1828800"/>
            <a:ext cx="2103120" cy="310896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4" name="Shape 19"/>
          <p:cNvSpPr/>
          <p:nvPr/>
        </p:nvSpPr>
        <p:spPr>
          <a:xfrm>
            <a:off x="7498080" y="2057400"/>
            <a:ext cx="566928" cy="566928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4143" y="2193463"/>
            <a:ext cx="294803" cy="294803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498080" y="28072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DATA &amp; AUTH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7498080" y="320040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Firebase Auth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Cloud Firestore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Short-lived API passes</a:t>
            </a:r>
            <a:endParaRPr lang="en-US" sz="1400" dirty="0"/>
          </a:p>
        </p:txBody>
      </p:sp>
      <p:sp>
        <p:nvSpPr>
          <p:cNvPr id="28" name="DEPLOY"/>
          <p:cNvSpPr/>
          <p:nvPr/>
        </p:nvSpPr>
        <p:spPr>
          <a:xfrm>
            <a:off x="9509760" y="1828800"/>
            <a:ext cx="2103120" cy="310896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9" name="Shape 23"/>
          <p:cNvSpPr/>
          <p:nvPr/>
        </p:nvSpPr>
        <p:spPr>
          <a:xfrm>
            <a:off x="9738360" y="2057400"/>
            <a:ext cx="566928" cy="566928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4423" y="2193463"/>
            <a:ext cx="294803" cy="294803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738360" y="28072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DEPLOY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9738360" y="320040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Google Cloud Run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Chrome Web Store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Shopify App Store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548640" y="5276088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804672" y="5212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Blue = Google technology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" y="603504"/>
            <a:ext cx="91440" cy="91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" y="603504"/>
            <a:ext cx="91440" cy="914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Shape 3"/>
          <p:cNvSpPr/>
          <p:nvPr/>
        </p:nvSpPr>
        <p:spPr>
          <a:xfrm>
            <a:off x="987552" y="603504"/>
            <a:ext cx="91440" cy="914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Text 1"/>
          <p:cNvSpPr/>
          <p:nvPr>
            <p:ph idx="101" type="body" hasCustomPrompt="1"/>
          </p:nvPr>
        </p:nvSpPr>
        <p:spPr>
          <a:xfrm>
            <a:off x="118872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05   PROTOTYPE &amp; PLAN</a:t>
            </a:r>
            <a:endParaRPr lang="en-US" sz="1200" dirty="0"/>
          </a:p>
        </p:txBody>
      </p:sp>
      <p:sp>
        <p:nvSpPr>
          <p:cNvPr id="7" name="Text 1"/>
          <p:cNvSpPr/>
          <p:nvPr>
            <p:ph idx="102" type="title" hasCustomPrompt="1"/>
          </p:nvPr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Already working today — here's the 2-day plan</a:t>
            </a:r>
            <a:endParaRPr lang="en-US" sz="3000" dirty="0"/>
          </a:p>
        </p:txBody>
      </p:sp>
      <p:sp>
        <p:nvSpPr>
          <p:cNvPr id="8" name="DONE"/>
          <p:cNvSpPr/>
          <p:nvPr/>
        </p:nvSpPr>
        <p:spPr>
          <a:xfrm>
            <a:off x="548640" y="1828800"/>
            <a:ext cx="3520440" cy="40233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0574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4"/>
                </a:solidFill>
              </a:rPr>
              <a:t>DONE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578608"/>
            <a:ext cx="237744" cy="2377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88720" y="25603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Live try-on works on Zara, H&amp;M, Myntra and Shopify shops</a:t>
            </a:r>
            <a:endParaRPr lang="en-US" sz="14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383280"/>
            <a:ext cx="237744" cy="2377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88720" y="336499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Result appears in a few seconds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187952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88720" y="416966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Secure pass server with usage limits</a:t>
            </a:r>
            <a:endParaRPr lang="en-US" sz="14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992624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88720" y="497433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Auto-stop to save AI cost</a:t>
            </a:r>
            <a:endParaRPr lang="en-US" sz="1400" dirty="0"/>
          </a:p>
        </p:txBody>
      </p:sp>
      <p:sp>
        <p:nvSpPr>
          <p:cNvPr id="18" name="AT THE HACKATHON"/>
          <p:cNvSpPr/>
          <p:nvPr/>
        </p:nvSpPr>
        <p:spPr>
          <a:xfrm>
            <a:off x="4320540" y="1828800"/>
            <a:ext cx="3520440" cy="40233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4594860" y="20574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AT THE HACKATHON</a:t>
            </a:r>
            <a:endParaRPr lang="en-US" sz="13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860" y="2578608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960620" y="25603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Move server to Google Cloud Run</a:t>
            </a:r>
            <a:endParaRPr lang="en-US" sz="14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4860" y="3383280"/>
            <a:ext cx="237744" cy="237744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4960620" y="336499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Gemini auto-detects the item type</a:t>
            </a:r>
            <a:endParaRPr lang="en-US" sz="14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4860" y="4187952"/>
            <a:ext cx="237744" cy="237744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4960620" y="416966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Firebase login + shop dashboard</a:t>
            </a:r>
            <a:endParaRPr lang="en-US" sz="14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4860" y="4992624"/>
            <a:ext cx="237744" cy="237744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4960620" y="497433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Shopify app + ethnic-wear demo</a:t>
            </a:r>
            <a:endParaRPr lang="en-US" sz="1400" dirty="0"/>
          </a:p>
        </p:txBody>
      </p:sp>
      <p:sp>
        <p:nvSpPr>
          <p:cNvPr id="28" name="NEXT"/>
          <p:cNvSpPr/>
          <p:nvPr/>
        </p:nvSpPr>
        <p:spPr>
          <a:xfrm>
            <a:off x="8092440" y="1828800"/>
            <a:ext cx="3520440" cy="40233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29" name="Text 19"/>
          <p:cNvSpPr txBox="1"/>
          <p:nvPr/>
        </p:nvSpPr>
        <p:spPr>
          <a:xfrm>
            <a:off x="8366760" y="20574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tx2"/>
                </a:solidFill>
              </a:rPr>
              <a:t>NEXT</a:t>
            </a:r>
            <a:endParaRPr lang="en-US" sz="130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6760" y="2578608"/>
            <a:ext cx="237744" cy="237744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8732520" y="25603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Launch on the Shopify App Store</a:t>
            </a:r>
            <a:endParaRPr lang="en-US" sz="140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6760" y="3383280"/>
            <a:ext cx="237744" cy="237744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8732520" y="336499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Pilot with Udaipur boutiques</a:t>
            </a:r>
            <a:endParaRPr lang="en-US" sz="1400" dirty="0"/>
          </a:p>
        </p:txBody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66760" y="4187952"/>
            <a:ext cx="237744" cy="237744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8732520" y="416966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Own AI model on Vertex AI to cut cost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" y="603504"/>
            <a:ext cx="91440" cy="91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" y="603504"/>
            <a:ext cx="91440" cy="914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Shape 3"/>
          <p:cNvSpPr/>
          <p:nvPr/>
        </p:nvSpPr>
        <p:spPr>
          <a:xfrm>
            <a:off x="987552" y="603504"/>
            <a:ext cx="91440" cy="914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Text 1"/>
          <p:cNvSpPr/>
          <p:nvPr>
            <p:ph idx="101" type="body" hasCustomPrompt="1"/>
          </p:nvPr>
        </p:nvSpPr>
        <p:spPr>
          <a:xfrm>
            <a:off x="118872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06   BUSINESS MODEL</a:t>
            </a:r>
            <a:endParaRPr lang="en-US" sz="1200" dirty="0"/>
          </a:p>
        </p:txBody>
      </p:sp>
      <p:sp>
        <p:nvSpPr>
          <p:cNvPr id="7" name="Text 1"/>
          <p:cNvSpPr/>
          <p:nvPr>
            <p:ph idx="102" type="title" hasCustomPrompt="1"/>
          </p:nvPr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Shops pay monthly — and every plan makes a profit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8288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₹53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697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AI cost of one 30-second try-on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204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4"/>
                </a:solidFill>
              </a:rPr>
              <a:t>40–52%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389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profit on every plan, even if a shop uses all its minutes</a:t>
            </a:r>
            <a:endParaRPr lang="en-US" sz="1500" dirty="0"/>
          </a:p>
        </p:txBody>
      </p:sp>
      <p:sp>
        <p:nvSpPr>
          <p:cNvPr id="12" name="Starter"/>
          <p:cNvSpPr/>
          <p:nvPr/>
        </p:nvSpPr>
        <p:spPr>
          <a:xfrm>
            <a:off x="4206240" y="1828800"/>
            <a:ext cx="2377440" cy="324612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8056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Starter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25146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$149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/mo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≈ ₹13,100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3840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120 try-ons / month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4206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Small Shopify shops</a:t>
            </a:r>
            <a:endParaRPr lang="en-US" sz="1400" dirty="0"/>
          </a:p>
        </p:txBody>
      </p:sp>
      <p:sp>
        <p:nvSpPr>
          <p:cNvPr id="18" name="Growth"/>
          <p:cNvSpPr/>
          <p:nvPr/>
        </p:nvSpPr>
        <p:spPr>
          <a:xfrm>
            <a:off x="6720840" y="1828800"/>
            <a:ext cx="2377440" cy="3246120"/>
          </a:xfrm>
          <a:prstGeom prst="roundRect">
            <a:avLst>
              <a:gd name="adj" fmla="val 4615"/>
            </a:avLst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9516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Growth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995160" y="25146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$449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 /mo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≈ ₹39,500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3840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400 try-ons / month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4206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Main focus</a:t>
            </a:r>
            <a:endParaRPr lang="en-US" sz="1400" dirty="0"/>
          </a:p>
        </p:txBody>
      </p:sp>
      <p:sp>
        <p:nvSpPr>
          <p:cNvPr id="24" name="Business"/>
          <p:cNvSpPr/>
          <p:nvPr/>
        </p:nvSpPr>
        <p:spPr>
          <a:xfrm>
            <a:off x="9235440" y="1828800"/>
            <a:ext cx="2377440" cy="324612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50976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Business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509760" y="25146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$1,199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/mo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50976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≈ ₹1,05,500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509760" y="3840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1,200 try-ons / month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509760" y="4206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Big &amp; foreign brands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3492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Free trial: 4 try-ons   ·   Extra minute: $2.50 (our cost $1.20)   ·   Enterprise: custom   ·   Shoppers' extension pack: $19.99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" y="603504"/>
            <a:ext cx="91440" cy="91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" y="603504"/>
            <a:ext cx="91440" cy="914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Shape 3"/>
          <p:cNvSpPr/>
          <p:nvPr/>
        </p:nvSpPr>
        <p:spPr>
          <a:xfrm>
            <a:off x="987552" y="603504"/>
            <a:ext cx="91440" cy="914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Text 1"/>
          <p:cNvSpPr/>
          <p:nvPr>
            <p:ph idx="101" type="body" hasCustomPrompt="1"/>
          </p:nvPr>
        </p:nvSpPr>
        <p:spPr>
          <a:xfrm>
            <a:off x="118872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07   IMPACT &amp; SCALABILITY</a:t>
            </a:r>
            <a:endParaRPr lang="en-US" sz="1200" dirty="0"/>
          </a:p>
        </p:txBody>
      </p:sp>
      <p:sp>
        <p:nvSpPr>
          <p:cNvPr id="7" name="Text 1"/>
          <p:cNvSpPr/>
          <p:nvPr>
            <p:ph idx="102" type="title" hasCustomPrompt="1"/>
          </p:nvPr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Fewer returns, more sales, less waste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2028139"/>
            <a:ext cx="332842" cy="33284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17320" y="18562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Fewer returns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22199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Shoppers see the fit first, so fewer parcels come back.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15468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" y="3308299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417320" y="31363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Less waste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1417320" y="350215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Fewer return trips mean less fuel and packaging.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443484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4588459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17320" y="44165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Built to scale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1417320" y="478231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Our server only gives passes. The heavy AI work scales on its own.</a:t>
            </a:r>
            <a:endParaRPr lang="en-US" sz="1400" dirty="0"/>
          </a:p>
        </p:txBody>
      </p:sp>
      <p:sp>
        <p:nvSpPr>
          <p:cNvPr id="20" name="Scale path"/>
          <p:cNvSpPr/>
          <p:nvPr/>
        </p:nvSpPr>
        <p:spPr>
          <a:xfrm>
            <a:off x="5760720" y="1828800"/>
            <a:ext cx="5879592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/>
        </p:spPr>
      </p:sp>
      <p:sp>
        <p:nvSpPr>
          <p:cNvPr id="21" name="Shape 16"/>
          <p:cNvSpPr/>
          <p:nvPr/>
        </p:nvSpPr>
        <p:spPr>
          <a:xfrm>
            <a:off x="6080760" y="2167128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Shape 17"/>
          <p:cNvSpPr/>
          <p:nvPr/>
        </p:nvSpPr>
        <p:spPr>
          <a:xfrm>
            <a:off x="6181344" y="2432304"/>
            <a:ext cx="0" cy="914400"/>
          </a:xfrm>
          <a:prstGeom prst="line">
            <a:avLst/>
          </a:prstGeom>
          <a:noFill/>
          <a:ln w="19050">
            <a:solidFill>
              <a:srgbClr val="DADCE0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492240" y="210312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1"/>
                </a:solidFill>
              </a:rPr>
              <a:t>UDAIPUR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6492240" y="245059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Local boutiques and artisans put bandhani, leheriya and block-print online — buyers try before they buy.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6080760" y="3401568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Shape 21"/>
          <p:cNvSpPr/>
          <p:nvPr/>
        </p:nvSpPr>
        <p:spPr>
          <a:xfrm>
            <a:off x="6181344" y="3666744"/>
            <a:ext cx="0" cy="914400"/>
          </a:xfrm>
          <a:prstGeom prst="line">
            <a:avLst/>
          </a:prstGeom>
          <a:noFill/>
          <a:ln w="19050">
            <a:solidFill>
              <a:srgbClr val="DADCE0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492240" y="333756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2"/>
                </a:solidFill>
              </a:rPr>
              <a:t>RAJASTHAN</a:t>
            </a:r>
            <a:endParaRPr lang="en-US" sz="1600" dirty="0"/>
          </a:p>
        </p:txBody>
      </p:sp>
      <p:sp>
        <p:nvSpPr>
          <p:cNvPr id="28" name="Text 23"/>
          <p:cNvSpPr txBox="1"/>
          <p:nvPr/>
        </p:nvSpPr>
        <p:spPr>
          <a:xfrm>
            <a:off x="6492240" y="368503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Handloom and craft sellers in Jaipur, Jodhpur and Barmer reach buyers across India.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6080760" y="4636008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6492240" y="457200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4"/>
                </a:solidFill>
              </a:rPr>
              <a:t>INDIA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6492240" y="491947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Any clothing brand on Shopify or its own website — then global.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avalli hil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7181" y="0"/>
            <a:ext cx="5944514" cy="6858000"/>
          </a:xfrm>
          <a:prstGeom prst="rect">
            <a:avLst/>
          </a:prstGeom>
        </p:spPr>
      </p:pic>
      <p:pic>
        <p:nvPicPr>
          <p:cNvPr id="3" name="Image 1" descr="Google colou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098" y="0"/>
            <a:ext cx="2326234" cy="6858000"/>
          </a:xfrm>
          <a:prstGeom prst="rect">
            <a:avLst/>
          </a:prstGeom>
        </p:spPr>
      </p:pic>
      <p:pic>
        <p:nvPicPr>
          <p:cNvPr id="4" name="Image 2" descr="GDG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0611" y="1955902"/>
            <a:ext cx="3216859" cy="1570939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7406640" y="37490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Aravalli Build Championship</a:t>
            </a:r>
            <a:endParaRPr lang="en-US" sz="3000" dirty="0"/>
          </a:p>
        </p:txBody>
      </p:sp>
      <p:sp>
        <p:nvSpPr>
          <p:cNvPr id="6" name="Shape 1"/>
          <p:cNvSpPr/>
          <p:nvPr/>
        </p:nvSpPr>
        <p:spPr>
          <a:xfrm>
            <a:off x="594360" y="201168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Shape 2"/>
          <p:cNvSpPr/>
          <p:nvPr/>
        </p:nvSpPr>
        <p:spPr>
          <a:xfrm>
            <a:off x="777240" y="201168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3"/>
          <p:cNvSpPr/>
          <p:nvPr/>
        </p:nvSpPr>
        <p:spPr>
          <a:xfrm>
            <a:off x="960120" y="201168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Shape 4"/>
          <p:cNvSpPr/>
          <p:nvPr/>
        </p:nvSpPr>
        <p:spPr>
          <a:xfrm>
            <a:off x="1143000" y="2011680"/>
            <a:ext cx="118872" cy="11887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548640" y="23317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chemeClr val="tx1"/>
                </a:solidFill>
              </a:rPr>
              <a:t>Thank you</a:t>
            </a:r>
            <a:endParaRPr lang="en-US" sz="5600" dirty="0"/>
          </a:p>
        </p:txBody>
      </p:sp>
      <p:sp>
        <p:nvSpPr>
          <p:cNvPr id="11" name="Text 6"/>
          <p:cNvSpPr txBox="1"/>
          <p:nvPr/>
        </p:nvSpPr>
        <p:spPr>
          <a:xfrm>
            <a:off x="548640" y="33832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Live Try-On — try it on before you buy it.</a:t>
            </a:r>
            <a:endParaRPr lang="en-US" sz="20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438912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Team Prompt Pirates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Working prototype ready for a live demo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avalli Minimal">
  <a:themeElements>
    <a:clrScheme name="Aravalli Minimal">
      <a:dk1>
        <a:srgbClr val="202124"/>
      </a:dk1>
      <a:lt1>
        <a:srgbClr val="FFFFFF"/>
      </a:lt1>
      <a:dk2>
        <a:srgbClr val="5F6368"/>
      </a:dk2>
      <a:lt2>
        <a:srgbClr val="F1F3F4"/>
      </a:lt2>
      <a:accent1>
        <a:srgbClr val="1A73E8"/>
      </a:accent1>
      <a:accent2>
        <a:srgbClr val="EA4335"/>
      </a:accent2>
      <a:accent3>
        <a:srgbClr val="FBBC04"/>
      </a:accent3>
      <a:accent4>
        <a:srgbClr val="34A853"/>
      </a:accent4>
      <a:accent5>
        <a:srgbClr val="DADCE0"/>
      </a:accent5>
      <a:accent6>
        <a:srgbClr val="E8F0FE"/>
      </a:accent6>
      <a:hlink>
        <a:srgbClr val="1A73E8"/>
      </a:hlink>
      <a:folHlink>
        <a:srgbClr val="681DA8"/>
      </a:folHlink>
    </a:clrScheme>
    <a:fontScheme name="Aravalli Minim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Live Try-On — Aravalli Build Championship</dc:title>
  <dc:subject>PptxGenJS Presentation</dc:subject>
  <dc:creator>Team Live Try-On</dc:creator>
  <cp:lastModifiedBy>Team Live Try-On</cp:lastModifiedBy>
  <cp:revision>1</cp:revision>
  <dcterms:created xsi:type="dcterms:W3CDTF">2026-10-15T14:41:36Z</dcterms:created>
  <dcterms:modified xsi:type="dcterms:W3CDTF">2026-10-15T14:41:36Z</dcterms:modified>
</cp:coreProperties>
</file>